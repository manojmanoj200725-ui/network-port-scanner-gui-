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5"/>
  </p:notesMasterIdLst>
  <p:handoutMasterIdLst>
    <p:handoutMasterId r:id="rId16"/>
  </p:handoutMasterIdLst>
  <p:sldIdLst>
    <p:sldId id="338" r:id="rId5"/>
    <p:sldId id="327" r:id="rId6"/>
    <p:sldId id="315" r:id="rId7"/>
    <p:sldId id="329" r:id="rId8"/>
    <p:sldId id="302" r:id="rId9"/>
    <p:sldId id="340" r:id="rId10"/>
    <p:sldId id="341" r:id="rId11"/>
    <p:sldId id="342" r:id="rId12"/>
    <p:sldId id="344" r:id="rId13"/>
    <p:sldId id="30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6" d="100"/>
          <a:sy n="86" d="100"/>
        </p:scale>
        <p:origin x="240" y="96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3/17/2026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3/17/2026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76956" y="3258749"/>
            <a:ext cx="3400089" cy="861497"/>
          </a:xfrm>
        </p:spPr>
        <p:txBody>
          <a:bodyPr/>
          <a:lstStyle/>
          <a:p>
            <a:pPr algn="r"/>
            <a:r>
              <a:rPr lang="en-US" b="0" dirty="0">
                <a:solidFill>
                  <a:schemeClr val="tx1"/>
                </a:solidFill>
              </a:rPr>
              <a:t>[Student Name:-Manoj S H ]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2503" y="1647132"/>
            <a:ext cx="4998720" cy="591048"/>
          </a:xfrm>
        </p:spPr>
        <p:txBody>
          <a:bodyPr>
            <a:normAutofit/>
          </a:bodyPr>
          <a:lstStyle/>
          <a:p>
            <a:r>
              <a:rPr lang="en-GB" sz="3200" dirty="0"/>
              <a:t>Network Port Scanner GUI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705600" y="2558155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553200" y="29464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705600" y="30988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 txBox="1">
            <a:spLocks/>
          </p:cNvSpPr>
          <p:nvPr/>
        </p:nvSpPr>
        <p:spPr>
          <a:xfrm>
            <a:off x="4493308" y="4084144"/>
            <a:ext cx="3683737" cy="86149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b="0" dirty="0">
                <a:solidFill>
                  <a:schemeClr val="tx1"/>
                </a:solidFill>
              </a:rPr>
              <a:t>[AICTE ID : </a:t>
            </a:r>
            <a:r>
              <a:rPr lang="en-IN" b="0" dirty="0"/>
              <a:t>STU6875e4333a4571752556595</a:t>
            </a:r>
            <a:r>
              <a:rPr lang="en-US" b="0" dirty="0">
                <a:solidFill>
                  <a:schemeClr val="tx1"/>
                </a:solidFill>
              </a:rPr>
              <a:t>]</a:t>
            </a:r>
            <a:endParaRPr lang="en-IN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  <p:bldP spid="7" grpId="0"/>
      <p:bldP spid="8" grpId="0"/>
      <p:bldP spid="9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>
            <a:normAutofit fontScale="70000" lnSpcReduction="20000"/>
          </a:bodyPr>
          <a:lstStyle/>
          <a:p>
            <a:r>
              <a:rPr lang="en-US" sz="2800" b="1" dirty="0"/>
              <a:t>1.The Graphical User Interface (GUI)</a:t>
            </a:r>
          </a:p>
          <a:p>
            <a:r>
              <a:rPr lang="en-US" sz="2800" dirty="0"/>
              <a:t>The interface needs to be intuitive. Common elements include:</a:t>
            </a:r>
          </a:p>
          <a:p>
            <a:r>
              <a:rPr lang="en-US" sz="2800" b="1" dirty="0"/>
              <a:t>Input Fields:</a:t>
            </a:r>
            <a:r>
              <a:rPr lang="en-US" sz="2800" dirty="0"/>
              <a:t> For the Target IP (e.g., </a:t>
            </a:r>
            <a:r>
              <a:rPr lang="en-US" dirty="0"/>
              <a:t>192.168.1.1</a:t>
            </a:r>
            <a:r>
              <a:rPr lang="en-US" sz="2800" dirty="0"/>
              <a:t>) and Port Range (e.g., </a:t>
            </a:r>
            <a:r>
              <a:rPr lang="en-US" dirty="0"/>
              <a:t>20-80</a:t>
            </a:r>
            <a:r>
              <a:rPr lang="en-US" sz="2800" dirty="0"/>
              <a:t>).</a:t>
            </a:r>
          </a:p>
          <a:p>
            <a:r>
              <a:rPr lang="en-US" sz="2800" b="1" dirty="0"/>
              <a:t>Buttons:</a:t>
            </a:r>
            <a:r>
              <a:rPr lang="en-US" sz="2800" dirty="0"/>
              <a:t> "Start Scan," "Stop/Clear," and "Save Results."</a:t>
            </a:r>
          </a:p>
          <a:p>
            <a:r>
              <a:rPr lang="en-US" sz="2800" b="1" dirty="0"/>
              <a:t>Display Area:</a:t>
            </a:r>
            <a:r>
              <a:rPr lang="en-US" sz="2800" dirty="0"/>
              <a:t> A text box or table to show which ports are </a:t>
            </a:r>
            <a:r>
              <a:rPr lang="en-US" sz="2800" b="1" dirty="0"/>
              <a:t>Open</a:t>
            </a:r>
            <a:r>
              <a:rPr lang="en-US" sz="2800" dirty="0"/>
              <a:t>, </a:t>
            </a:r>
            <a:r>
              <a:rPr lang="en-US" sz="2800" b="1" dirty="0"/>
              <a:t>Closed</a:t>
            </a:r>
            <a:r>
              <a:rPr lang="en-US" sz="2800" dirty="0"/>
              <a:t>, or </a:t>
            </a:r>
            <a:r>
              <a:rPr lang="en-US" sz="2800" b="1" dirty="0"/>
              <a:t>Filtered</a:t>
            </a:r>
            <a:r>
              <a:rPr lang="en-US" sz="2800" dirty="0"/>
              <a:t>.</a:t>
            </a:r>
          </a:p>
          <a:p>
            <a:r>
              <a:rPr lang="en-US" sz="2800" b="1" dirty="0"/>
              <a:t>Progress Bar:</a:t>
            </a:r>
            <a:r>
              <a:rPr lang="en-US" sz="2800" dirty="0"/>
              <a:t> To give the user visual feedback on the scan completion status.</a:t>
            </a:r>
          </a:p>
          <a:p>
            <a:pPr>
              <a:lnSpc>
                <a:spcPct val="150000"/>
              </a:lnSpc>
            </a:pP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r>
              <a:rPr lang="en-GB" sz="2400" dirty="0"/>
              <a:t>A network port scanner is a software tool it’s used to like.. digital security guard, detecting and it’s a probe server or host for TCP/UDP ports </a:t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8757178" cy="3990023"/>
          </a:xfrm>
        </p:spPr>
        <p:txBody>
          <a:bodyPr>
            <a:normAutofit fontScale="85000" lnSpcReduction="20000"/>
          </a:bodyPr>
          <a:lstStyle/>
          <a:p>
            <a:r>
              <a:rPr lang="en-US" sz="3600" b="1" dirty="0"/>
              <a:t>Cybersecurity Professionals (</a:t>
            </a:r>
            <a:r>
              <a:rPr lang="en-US" sz="3600" b="1" dirty="0" err="1"/>
              <a:t>Pentesters</a:t>
            </a:r>
            <a:r>
              <a:rPr lang="en-US" sz="3600" b="1" dirty="0"/>
              <a:t>)</a:t>
            </a:r>
          </a:p>
          <a:p>
            <a:r>
              <a:rPr lang="en-US" sz="3600" dirty="0"/>
              <a:t>Security experts use these tools during the "Reconnaissance" phase of an audit.</a:t>
            </a:r>
          </a:p>
          <a:p>
            <a:r>
              <a:rPr lang="en-US" sz="3600" b="1" dirty="0"/>
              <a:t>Vulnerability Assessment:</a:t>
            </a:r>
            <a:r>
              <a:rPr lang="en-US" sz="3600" dirty="0"/>
              <a:t> Identifying open ports is the first step in finding out if a system is running outdated or insecure software.</a:t>
            </a:r>
          </a:p>
          <a:p>
            <a:r>
              <a:rPr lang="en-US" sz="3600" b="1" dirty="0"/>
              <a:t>Ethical Hacking:</a:t>
            </a:r>
            <a:r>
              <a:rPr lang="en-US" sz="3600" dirty="0"/>
              <a:t> They simulate an attack to show a company where their "digital windows" are left unlocked.</a:t>
            </a:r>
          </a:p>
          <a:p>
            <a:pPr algn="just">
              <a:lnSpc>
                <a:spcPct val="150000"/>
              </a:lnSpc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4861" y="1278385"/>
            <a:ext cx="11976085" cy="3449732"/>
          </a:xfrm>
        </p:spPr>
        <p:txBody>
          <a:bodyPr>
            <a:noAutofit/>
          </a:bodyPr>
          <a:lstStyle/>
          <a:p>
            <a:r>
              <a:rPr lang="en-US" b="1" dirty="0"/>
              <a:t>1. Programming Languages</a:t>
            </a:r>
          </a:p>
          <a:p>
            <a:r>
              <a:rPr lang="en-US" dirty="0"/>
              <a:t>While many languages can handle networking, these three are the industry favorites for this specific project:</a:t>
            </a:r>
          </a:p>
          <a:p>
            <a:r>
              <a:rPr lang="en-US" b="1" dirty="0"/>
              <a:t>Python:</a:t>
            </a:r>
            <a:r>
              <a:rPr lang="en-US" dirty="0"/>
              <a:t> The #1 choice for beginners and security pros due to its massive library support and readability.</a:t>
            </a:r>
          </a:p>
          <a:p>
            <a:r>
              <a:rPr lang="en-US" b="1" dirty="0"/>
              <a:t>C# (.NET):</a:t>
            </a:r>
            <a:r>
              <a:rPr lang="en-US" dirty="0"/>
              <a:t> Preferred for creating high-performance, native Windows applications with polished interfaces.</a:t>
            </a:r>
          </a:p>
          <a:p>
            <a:r>
              <a:rPr lang="en-US" b="1" dirty="0"/>
              <a:t>Java:</a:t>
            </a:r>
            <a:r>
              <a:rPr lang="en-US" dirty="0"/>
              <a:t> Used when the scanner needs to run identically on Windows, macOS, and Linux (Cross-platform).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IN" sz="160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5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</a:rPr>
              <a:t>https://github.com/manojmanoj200725-ui/Network-Port-Scanner-GUI-.git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A45EC2-4EF8-300A-C493-6F9074EE3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166232"/>
            <a:ext cx="10252237" cy="4416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153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131010" y="601498"/>
            <a:ext cx="8671243" cy="830997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tx1"/>
                </a:solidFill>
              </a:rPr>
              <a:t>Certificate - Protection from browser attacks</a:t>
            </a:r>
            <a:r>
              <a:rPr lang="en-GB" b="1" dirty="0">
                <a:solidFill>
                  <a:schemeClr val="tx1"/>
                </a:solidFill>
              </a:rPr>
              <a:t> </a:t>
            </a:r>
            <a:endParaRPr lang="en-IN" b="1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CF71D3-FDC9-B2D3-6852-EA38AFFFFD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247" t="14919" r="15545" b="1849"/>
          <a:stretch>
            <a:fillRect/>
          </a:stretch>
        </p:blipFill>
        <p:spPr>
          <a:xfrm>
            <a:off x="2163337" y="1550020"/>
            <a:ext cx="7047570" cy="4126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795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131010" y="601498"/>
            <a:ext cx="8671243" cy="830997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tx1"/>
                </a:solidFill>
              </a:rPr>
              <a:t>Certificate - Introduction to System Security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03C280-CEB2-F243-DE30-1431F2A26F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161" t="14308" r="15616" b="7316"/>
          <a:stretch>
            <a:fillRect/>
          </a:stretch>
        </p:blipFill>
        <p:spPr>
          <a:xfrm>
            <a:off x="2263697" y="1432495"/>
            <a:ext cx="6913755" cy="4360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512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371155" y="583026"/>
            <a:ext cx="8671243" cy="8309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chemeClr val="tx1"/>
                </a:solidFill>
              </a:rPr>
              <a:t>GitHub link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1EB476-49A8-A6CB-07F9-3D609A96F4CA}"/>
              </a:ext>
            </a:extLst>
          </p:cNvPr>
          <p:cNvSpPr txBox="1"/>
          <p:nvPr/>
        </p:nvSpPr>
        <p:spPr>
          <a:xfrm>
            <a:off x="371155" y="1571652"/>
            <a:ext cx="61052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u="sng" dirty="0">
                <a:solidFill>
                  <a:srgbClr val="0070C0"/>
                </a:solidFill>
              </a:rPr>
              <a:t>https://github.com/manojmanoj200725-ui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3231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purl.org/dc/elements/1.1/"/>
    <ds:schemaRef ds:uri="16c05727-aa75-4e4a-9b5f-8a80a1165891"/>
    <ds:schemaRef ds:uri="http://schemas.microsoft.com/office/2006/metadata/properties"/>
    <ds:schemaRef ds:uri="http://purl.org/dc/terms/"/>
    <ds:schemaRef ds:uri="71af3243-3dd4-4a8d-8c0d-dd76da1f02a5"/>
    <ds:schemaRef ds:uri="http://purl.org/dc/dcmitype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610</TotalTime>
  <Words>348</Words>
  <Application>Microsoft Office PowerPoint</Application>
  <PresentationFormat>Widescreen</PresentationFormat>
  <Paragraphs>34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Trebuchet MS</vt:lpstr>
      <vt:lpstr>Wingdings</vt:lpstr>
      <vt:lpstr>Wingdings 3</vt:lpstr>
      <vt:lpstr>Facet</vt:lpstr>
      <vt:lpstr>Network Port Scanner GUI</vt:lpstr>
      <vt:lpstr>PROBLEM  STATEMENT</vt:lpstr>
      <vt:lpstr>Project Description A network port scanner is a software tool it’s used to like.. digital security guard, detecting and it’s a probe server or host for TCP/UDP ports  </vt:lpstr>
      <vt:lpstr>WHO ARE THE END USERS?</vt:lpstr>
      <vt:lpstr>Technology Used</vt:lpstr>
      <vt:lpstr>RESULTS 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Manoj H</cp:lastModifiedBy>
  <cp:revision>79</cp:revision>
  <dcterms:created xsi:type="dcterms:W3CDTF">2021-07-11T13:13:15Z</dcterms:created>
  <dcterms:modified xsi:type="dcterms:W3CDTF">2026-03-17T15:49:08Z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